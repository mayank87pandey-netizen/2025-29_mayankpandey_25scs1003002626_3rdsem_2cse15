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50292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pic>
        <p:nvPicPr>
          <p:cNvPr id="3" name="Image 0" descr="/home/claude/ppt_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504" y="691602"/>
            <a:ext cx="932688" cy="9942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12140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5786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  ·  School of Computer Science and Engineering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090672"/>
            <a:ext cx="10362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2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01568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— Personal Productivity Dashboard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187952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Development internship project, submitted in partial fulfilment of the degree of B.Tech (CSE)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234440" y="4754880"/>
            <a:ext cx="9722815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737360" y="5010912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5266944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Pandey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233008" y="5010912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233008" y="5266944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25scs1003002626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5696712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5952744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33008" y="5696712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33008" y="5952744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Codec Technologies Pvt. Ltd.  ·  13 June 2026 – 16 July 2026  ·  Role: Web Developer Intern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83968" y="1737360"/>
            <a:ext cx="72237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pic>
        <p:nvPicPr>
          <p:cNvPr id="6" name="Image 0" descr="/home/claude/ppt_asset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8745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for everyday productivity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a browser-based productivity dashboard built as the internship's project component. It brings task management, focus sessions, daily goals, notes and progress tracking into a single, lightweight interface — implemented with HTML, CSS and vanilla JavaScript, with no backend or build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3794760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67128" y="379476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67128" y="3794760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48456" y="379476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379476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348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locally between sessions, and the interface adapts to desktop, tablet and mobile screens with light and dark themes.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5806440" cy="2927539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pic>
        <p:nvPicPr>
          <p:cNvPr id="13" name="Image 0" descr="/home/claude/ppt_assets/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532120" cy="265321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0" y="4591747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dashboard — live interface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platform connecting learners and talent to meaningful career opportunities, delivering IT and business-consultancy services across 27+ countries with a focus on global innovation and strategic growth.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349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8700" y="269748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870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B54F0"/>
                </a:solidFill>
              </a:rPr>
              <a:t>🌍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624328"/>
            <a:ext cx="3680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98648"/>
            <a:ext cx="36804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business consultancy across 27+ countries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331720"/>
            <a:ext cx="52349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9748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B54F0"/>
                </a:solidFill>
              </a:rPr>
              <a:t>🧑‍💻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475220" y="2624328"/>
            <a:ext cx="3680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MODE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75220" y="2898648"/>
            <a:ext cx="36804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Pan-India engagement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069080"/>
            <a:ext cx="52349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8700" y="443484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8700" y="4434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B54F0"/>
                </a:solidFill>
              </a:rPr>
              <a:t>🛠️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361688"/>
            <a:ext cx="3680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636008"/>
            <a:ext cx="36804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0780" y="4069080"/>
            <a:ext cx="52349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43484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434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B54F0"/>
                </a:solidFill>
              </a:rPr>
              <a:t>📅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475220" y="4361688"/>
            <a:ext cx="36804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75220" y="4636008"/>
            <a:ext cx="36804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June 2026 – 16 July 2026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1B1D3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202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31720"/>
            <a:ext cx="4343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personal productivity often means switching between separate apps for tasks, notes, goals and time management — fragmenting focus and making it hard to see daily priorities clearly.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addresses this by giving users a single, simple web interface to organize and track these activities without a complex setup or external backend.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2066544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95681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clean, responsive productivity dashboard using standard web technologies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642616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532888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task creation, completion, filtering and daily progress tracking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218688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108960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focus-session timer with statistics and productivity points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794760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3685032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application state with browser localStorage — no server database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437083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4261104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light/dark themes and responsive navigation across devices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946904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4837176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accessibility practices: semantic markup, focus states, reduced motion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5522976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5413248"/>
            <a:ext cx="51663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finished static site through GitHub Pages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TOOLKIT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scope, and what it's built with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tasks, focus timer, goals, notes, progress, achievements, productivity points and theme switching — entirely client-side.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057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authentication, cloud sync, a server-side database, multi-user collaboration or a REST API — noted as future extensions.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0392" y="3739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087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semantics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47288" y="3611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11880" y="3739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087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presentation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3611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73368" y="3739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73368" y="4087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70264" y="3611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34856" y="3739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4087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persistence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50392" y="4882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30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47288" y="4754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11880" y="4882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5230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08776" y="4754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73368" y="4882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73368" y="5230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70264" y="4754880"/>
            <a:ext cx="2505456" cy="914400"/>
          </a:xfrm>
          <a:prstGeom prst="roundRect">
            <a:avLst>
              <a:gd name="adj" fmla="val 12000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134856" y="488289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523036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static client-side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loads the HTML document, applies the CSS presentation layer and runs the JavaScript application logic. State is held in memory and persisted to localStorage as JSON — no application server or database is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95480" y="1874520"/>
            <a:ext cx="7000736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pic>
        <p:nvPicPr>
          <p:cNvPr id="6" name="Image 0" descr="/home/claude/ppt_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360" y="2057400"/>
            <a:ext cx="6634976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requirements to public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4509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4509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tasks, focus, goals, notes and progress as the core modules.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4426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50730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9439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9439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2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2360458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Planning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8746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Dashboard-first layout with sidebar and mobile navigation.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69357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15661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4370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64370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3925389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43677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with responsive, theme-aware styling.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34287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80591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29300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29300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5490319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Logic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08607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events, timers, points and rendering in vanilla JS.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99217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5521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94230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94230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5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7055249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73537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localStorage wrapper saves and loads JSON safely.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64147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10451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59161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59161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6</a:t>
            </a:r>
            <a:endParaRPr lang="en-US" sz="1540" dirty="0"/>
          </a:p>
        </p:txBody>
      </p:sp>
      <p:sp>
        <p:nvSpPr>
          <p:cNvPr id="37" name="Text 35"/>
          <p:cNvSpPr txBox="1"/>
          <p:nvPr/>
        </p:nvSpPr>
        <p:spPr>
          <a:xfrm>
            <a:off x="8620179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638467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of every module across screen sizes.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29078" y="2468880"/>
            <a:ext cx="128016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75382" y="1965960"/>
            <a:ext cx="1400338" cy="3429000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524091" y="2217420"/>
            <a:ext cx="502920" cy="502920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524091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7</a:t>
            </a:r>
            <a:endParaRPr lang="en-US" sz="1540" dirty="0"/>
          </a:p>
        </p:txBody>
      </p:sp>
      <p:sp>
        <p:nvSpPr>
          <p:cNvPr id="43" name="Text 41"/>
          <p:cNvSpPr txBox="1"/>
          <p:nvPr/>
        </p:nvSpPr>
        <p:spPr>
          <a:xfrm>
            <a:off x="10185110" y="2926080"/>
            <a:ext cx="1180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203398" y="3383280"/>
            <a:ext cx="114430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GitHub Pages from the GitHub repository.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of the internship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38658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2768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task management with priorities &amp; live dashboard stats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98094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8712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focus-session timer with stored statistics and 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57530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46557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note management inside the same interface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16966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05993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browser-side data using localStorage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76402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6542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across desktop, tablet and mobile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5358384"/>
            <a:ext cx="128016" cy="128016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52486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theming and a public GitHub Pages deployment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1B1D3A"/>
          </a:solidFill>
          <a:ln/>
          <a:effectLst>
            <a:outerShdw sx="100000" sy="100000" kx="0" ky="0" algn="bl" rotWithShape="0" blurRad="177800" dist="50800" dir="5400000">
              <a:srgbClr val="1B1D3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3796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35915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semantic HTML, responsive CSS layout, JavaScript event handling and DOM manipulation, state management, browser storage, accessibility fundamentals, local testing and static-site deployment.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also built experience organizing a small application into reusable modules and documenting it clearly for academic and portfolio purposes.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·  INTERNSHIP PRESENTATION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shows a complete front-end workflow — from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and interface design to a live, deployed product.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606040"/>
            <a:ext cx="85340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frameworks or a backend, the project demonstrates that thoughtful HTML, CSS and JavaScript alone can produce a responsive, accessible and genuinely useful productivity tool.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0" y="3657600"/>
            <a:ext cx="2539898" cy="1371600"/>
          </a:xfrm>
          <a:prstGeom prst="roundRect">
            <a:avLst>
              <a:gd name="adj" fmla="val 8000"/>
            </a:avLst>
          </a:prstGeom>
          <a:solidFill>
            <a:srgbClr val="2326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3840480"/>
            <a:ext cx="2539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4480560"/>
            <a:ext cx="2265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25898" y="3657600"/>
            <a:ext cx="2539898" cy="1371600"/>
          </a:xfrm>
          <a:prstGeom prst="roundRect">
            <a:avLst>
              <a:gd name="adj" fmla="val 8000"/>
            </a:avLst>
          </a:prstGeom>
          <a:solidFill>
            <a:srgbClr val="2326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25898" y="3840480"/>
            <a:ext cx="2539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963058" y="4480560"/>
            <a:ext cx="2265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Client-side, no backend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22997" y="3657600"/>
            <a:ext cx="2539898" cy="1371600"/>
          </a:xfrm>
          <a:prstGeom prst="roundRect">
            <a:avLst>
              <a:gd name="adj" fmla="val 8000"/>
            </a:avLst>
          </a:prstGeom>
          <a:solidFill>
            <a:srgbClr val="2326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22997" y="3840480"/>
            <a:ext cx="2539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960157" y="4480560"/>
            <a:ext cx="2265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Pages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8978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Pandey  ·  B.Tech CSE, 3rd Semester  ·  IILM University, Greater Noida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2026-08-28T11:36:44Z</dcterms:created>
  <dcterms:modified xsi:type="dcterms:W3CDTF">2026-08-28T11:36:44Z</dcterms:modified>
</cp:coreProperties>
</file>